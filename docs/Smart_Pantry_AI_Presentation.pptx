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D9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42337"/>
                </a:solidFill>
              </a:defRPr>
            </a:pPr>
            <a:r>
              <a:t>Smart Pantry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331720"/>
            <a:ext cx="98755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32B32"/>
                </a:solidFill>
              </a:defRPr>
            </a:pPr>
            <a:r>
              <a:t>AI-powered pantry management, expiry tracking,</a:t>
            </a:r>
            <a:br/>
            <a:r>
              <a:t>and recipe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983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646E78"/>
                </a:solidFill>
              </a:defRPr>
            </a:pPr>
            <a:r>
              <a:t>Ng Hoi Yee  •  Capstone Project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D9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7"/>
                </a:solidFill>
              </a:defRPr>
            </a:pPr>
            <a:r>
              <a:t>Problem &amp; Project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E78"/>
                </a:solidFill>
              </a:defRPr>
            </a:pPr>
            <a:r>
              <a:t>Why Smart Pantry AI was developed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2636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8"/>
                </a:solidFill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383280" cy="1828800"/>
          </a:xfrm>
          <a:prstGeom prst="roundRect">
            <a:avLst/>
          </a:prstGeom>
          <a:solidFill>
            <a:srgbClr val="F1F7F3"/>
          </a:solidFill>
          <a:ln>
            <a:solidFill>
              <a:srgbClr val="E8E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709928"/>
            <a:ext cx="2682081" cy="9797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D966E"/>
                </a:solidFill>
              </a:defRPr>
            </a:pPr>
            <a:r>
              <a:rPr dirty="0"/>
              <a:t>Food gets forgotten</a:t>
            </a:r>
          </a:p>
          <a:p>
            <a:pPr>
              <a:spcBef>
                <a:spcPts val="700"/>
              </a:spcBef>
              <a:defRPr sz="1400">
                <a:solidFill>
                  <a:srgbClr val="232B32"/>
                </a:solidFill>
              </a:defRPr>
            </a:pPr>
            <a:r>
              <a:rPr dirty="0"/>
              <a:t>Users may lose track of what they </a:t>
            </a:r>
            <a:endParaRPr lang="en-US" dirty="0"/>
          </a:p>
          <a:p>
            <a:pPr>
              <a:spcBef>
                <a:spcPts val="700"/>
              </a:spcBef>
              <a:defRPr sz="1400">
                <a:solidFill>
                  <a:srgbClr val="232B32"/>
                </a:solidFill>
              </a:defRPr>
            </a:pPr>
            <a:r>
              <a:rPr dirty="0"/>
              <a:t>already have at home.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08760"/>
            <a:ext cx="3383280" cy="1828800"/>
          </a:xfrm>
          <a:prstGeom prst="roundRect">
            <a:avLst/>
          </a:prstGeom>
          <a:solidFill>
            <a:srgbClr val="F1F7F3"/>
          </a:solidFill>
          <a:ln>
            <a:solidFill>
              <a:srgbClr val="E8E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17720" y="1709928"/>
            <a:ext cx="2317686" cy="9797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D966E"/>
                </a:solidFill>
              </a:defRPr>
            </a:pPr>
            <a:r>
              <a:rPr dirty="0"/>
              <a:t>Expiry causes waste</a:t>
            </a:r>
          </a:p>
          <a:p>
            <a:pPr>
              <a:spcBef>
                <a:spcPts val="700"/>
              </a:spcBef>
              <a:defRPr sz="1400">
                <a:solidFill>
                  <a:srgbClr val="232B32"/>
                </a:solidFill>
              </a:defRPr>
            </a:pPr>
            <a:r>
              <a:rPr dirty="0"/>
              <a:t>Food can expire before users </a:t>
            </a:r>
            <a:endParaRPr lang="en-US" dirty="0"/>
          </a:p>
          <a:p>
            <a:pPr>
              <a:spcBef>
                <a:spcPts val="700"/>
              </a:spcBef>
              <a:defRPr sz="1400">
                <a:solidFill>
                  <a:srgbClr val="232B32"/>
                </a:solidFill>
              </a:defRPr>
            </a:pPr>
            <a:r>
              <a:rPr dirty="0"/>
              <a:t>remember to consume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508760"/>
            <a:ext cx="3383280" cy="1828800"/>
          </a:xfrm>
          <a:prstGeom prst="roundRect">
            <a:avLst/>
          </a:prstGeom>
          <a:solidFill>
            <a:srgbClr val="F1F7F3"/>
          </a:solidFill>
          <a:ln>
            <a:solidFill>
              <a:srgbClr val="E8E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75320" y="1709928"/>
            <a:ext cx="2548070" cy="9797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D966E"/>
                </a:solidFill>
              </a:defRPr>
            </a:pPr>
            <a:r>
              <a:rPr dirty="0"/>
              <a:t>Meal planning is difficult</a:t>
            </a:r>
          </a:p>
          <a:p>
            <a:pPr>
              <a:spcBef>
                <a:spcPts val="700"/>
              </a:spcBef>
              <a:defRPr sz="1400">
                <a:solidFill>
                  <a:srgbClr val="232B32"/>
                </a:solidFill>
              </a:defRPr>
            </a:pPr>
            <a:r>
              <a:rPr dirty="0"/>
              <a:t>It can be hard to decide what to </a:t>
            </a:r>
            <a:endParaRPr lang="en-US" dirty="0"/>
          </a:p>
          <a:p>
            <a:pPr>
              <a:spcBef>
                <a:spcPts val="700"/>
              </a:spcBef>
              <a:defRPr sz="1400">
                <a:solidFill>
                  <a:srgbClr val="232B32"/>
                </a:solidFill>
              </a:defRPr>
            </a:pPr>
            <a:r>
              <a:rPr dirty="0"/>
              <a:t>cook from available ingredients.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77639"/>
            <a:ext cx="10332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232B32"/>
                </a:solidFill>
              </a:defRPr>
            </a:pPr>
            <a:r>
              <a:t>• Objective: create one web application that manages pantry inventory and uses AI to help users make better use of available food.</a:t>
            </a:r>
          </a:p>
          <a:p>
            <a:pPr>
              <a:spcAft>
                <a:spcPts val="1500"/>
              </a:spcAft>
              <a:defRPr sz="1900">
                <a:solidFill>
                  <a:srgbClr val="232B32"/>
                </a:solidFill>
              </a:defRPr>
            </a:pPr>
            <a:r>
              <a:t>• The system combines pantry data, expiry information and generative AI.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D9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7"/>
                </a:solidFill>
              </a:defRPr>
            </a:pPr>
            <a:r>
              <a:t>Main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E78"/>
                </a:solidFill>
              </a:defRPr>
            </a:pPr>
            <a:r>
              <a:t>What the completed application can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2636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8"/>
                </a:solidFill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2286000" cy="1600200"/>
          </a:xfrm>
          <a:prstGeom prst="roundRect">
            <a:avLst/>
          </a:prstGeom>
          <a:solidFill>
            <a:srgbClr val="F1F7F3"/>
          </a:solidFill>
          <a:ln>
            <a:solidFill>
              <a:srgbClr val="E8E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618488"/>
            <a:ext cx="1976054" cy="12849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D966E"/>
                </a:solidFill>
              </a:defRPr>
            </a:pPr>
            <a:r>
              <a:rPr dirty="0"/>
              <a:t>Secure accounts</a:t>
            </a:r>
          </a:p>
          <a:p>
            <a:pPr>
              <a:spcBef>
                <a:spcPts val="700"/>
              </a:spcBef>
              <a:defRPr sz="1400">
                <a:solidFill>
                  <a:srgbClr val="232B32"/>
                </a:solidFill>
              </a:defRPr>
            </a:pPr>
            <a:r>
              <a:rPr dirty="0"/>
              <a:t>Registration, login </a:t>
            </a:r>
            <a:endParaRPr lang="en-US" dirty="0"/>
          </a:p>
          <a:p>
            <a:pPr>
              <a:spcBef>
                <a:spcPts val="700"/>
              </a:spcBef>
              <a:defRPr sz="1400">
                <a:solidFill>
                  <a:srgbClr val="232B32"/>
                </a:solidFill>
              </a:defRPr>
            </a:pPr>
            <a:r>
              <a:rPr dirty="0"/>
              <a:t>and user-specific pantry </a:t>
            </a:r>
            <a:endParaRPr lang="en-US" dirty="0"/>
          </a:p>
          <a:p>
            <a:pPr>
              <a:spcBef>
                <a:spcPts val="700"/>
              </a:spcBef>
              <a:defRPr sz="1400">
                <a:solidFill>
                  <a:srgbClr val="232B32"/>
                </a:solidFill>
              </a:defRPr>
            </a:pPr>
            <a:r>
              <a:rPr dirty="0"/>
              <a:t>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417320"/>
            <a:ext cx="2286000" cy="1600200"/>
          </a:xfrm>
          <a:prstGeom prst="roundRect">
            <a:avLst/>
          </a:prstGeom>
          <a:solidFill>
            <a:srgbClr val="F1F7F3"/>
          </a:solidFill>
          <a:ln>
            <a:solidFill>
              <a:srgbClr val="E8E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49039" y="1618488"/>
            <a:ext cx="1806200" cy="9797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D966E"/>
                </a:solidFill>
              </a:defRPr>
            </a:pPr>
            <a:r>
              <a:rPr dirty="0"/>
              <a:t>Pantry CRUD</a:t>
            </a:r>
          </a:p>
          <a:p>
            <a:pPr>
              <a:spcBef>
                <a:spcPts val="700"/>
              </a:spcBef>
              <a:defRPr sz="1400">
                <a:solidFill>
                  <a:srgbClr val="232B32"/>
                </a:solidFill>
              </a:defRPr>
            </a:pPr>
            <a:r>
              <a:rPr dirty="0"/>
              <a:t>Add, view, update and</a:t>
            </a:r>
            <a:endParaRPr lang="en-US" dirty="0"/>
          </a:p>
          <a:p>
            <a:pPr>
              <a:spcBef>
                <a:spcPts val="700"/>
              </a:spcBef>
              <a:defRPr sz="1400">
                <a:solidFill>
                  <a:srgbClr val="232B32"/>
                </a:solidFill>
              </a:defRPr>
            </a:pPr>
            <a:r>
              <a:rPr dirty="0"/>
              <a:t>delete pantry items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417320"/>
            <a:ext cx="2286000" cy="1600200"/>
          </a:xfrm>
          <a:prstGeom prst="roundRect">
            <a:avLst/>
          </a:prstGeom>
          <a:solidFill>
            <a:srgbClr val="F1F7F3"/>
          </a:solidFill>
          <a:ln>
            <a:solidFill>
              <a:srgbClr val="E8E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29400" y="1618488"/>
            <a:ext cx="1698735" cy="9797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D966E"/>
                </a:solidFill>
              </a:defRPr>
            </a:pPr>
            <a:r>
              <a:rPr dirty="0"/>
              <a:t>Expiry tracking</a:t>
            </a:r>
          </a:p>
          <a:p>
            <a:pPr>
              <a:spcBef>
                <a:spcPts val="700"/>
              </a:spcBef>
              <a:defRPr sz="1400">
                <a:solidFill>
                  <a:srgbClr val="232B32"/>
                </a:solidFill>
              </a:defRPr>
            </a:pPr>
            <a:r>
              <a:rPr dirty="0"/>
              <a:t>Fresh, Expiring Soon </a:t>
            </a:r>
            <a:endParaRPr lang="en-US" dirty="0"/>
          </a:p>
          <a:p>
            <a:pPr>
              <a:spcBef>
                <a:spcPts val="700"/>
              </a:spcBef>
              <a:defRPr sz="1400">
                <a:solidFill>
                  <a:srgbClr val="232B32"/>
                </a:solidFill>
              </a:defRPr>
            </a:pPr>
            <a:r>
              <a:rPr dirty="0"/>
              <a:t>and Expired status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60" y="1417320"/>
            <a:ext cx="2286000" cy="1600200"/>
          </a:xfrm>
          <a:prstGeom prst="roundRect">
            <a:avLst/>
          </a:prstGeom>
          <a:solidFill>
            <a:srgbClr val="F1F7F3"/>
          </a:solidFill>
          <a:ln>
            <a:solidFill>
              <a:srgbClr val="E8E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509760" y="1618488"/>
            <a:ext cx="1878656" cy="9797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D966E"/>
                </a:solidFill>
              </a:defRPr>
            </a:pPr>
            <a:r>
              <a:rPr dirty="0"/>
              <a:t>Pantry dashboard</a:t>
            </a:r>
          </a:p>
          <a:p>
            <a:pPr>
              <a:spcBef>
                <a:spcPts val="700"/>
              </a:spcBef>
              <a:defRPr sz="1400">
                <a:solidFill>
                  <a:srgbClr val="232B32"/>
                </a:solidFill>
              </a:defRPr>
            </a:pPr>
            <a:r>
              <a:rPr dirty="0"/>
              <a:t>Inventory summary </a:t>
            </a:r>
            <a:endParaRPr lang="en-US" dirty="0"/>
          </a:p>
          <a:p>
            <a:pPr>
              <a:spcBef>
                <a:spcPts val="700"/>
              </a:spcBef>
              <a:defRPr sz="1400">
                <a:solidFill>
                  <a:srgbClr val="232B32"/>
                </a:solidFill>
              </a:defRPr>
            </a:pPr>
            <a:r>
              <a:rPr dirty="0"/>
              <a:t>and pantry overview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03320"/>
            <a:ext cx="2286000" cy="1600200"/>
          </a:xfrm>
          <a:prstGeom prst="roundRect">
            <a:avLst/>
          </a:prstGeom>
          <a:solidFill>
            <a:srgbClr val="F1F7F3"/>
          </a:solidFill>
          <a:ln>
            <a:solidFill>
              <a:srgbClr val="E8E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3904487"/>
            <a:ext cx="1980927" cy="12849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D966E"/>
                </a:solidFill>
              </a:defRPr>
            </a:pPr>
            <a:r>
              <a:rPr dirty="0"/>
              <a:t>Ask Pantry AI</a:t>
            </a:r>
          </a:p>
          <a:p>
            <a:pPr>
              <a:spcBef>
                <a:spcPts val="700"/>
              </a:spcBef>
              <a:defRPr sz="1400">
                <a:solidFill>
                  <a:srgbClr val="232B32"/>
                </a:solidFill>
              </a:defRPr>
            </a:pPr>
            <a:r>
              <a:rPr dirty="0"/>
              <a:t>Context-aware </a:t>
            </a:r>
            <a:endParaRPr lang="en-US" dirty="0"/>
          </a:p>
          <a:p>
            <a:pPr>
              <a:spcBef>
                <a:spcPts val="700"/>
              </a:spcBef>
              <a:defRPr sz="1400">
                <a:solidFill>
                  <a:srgbClr val="232B32"/>
                </a:solidFill>
              </a:defRPr>
            </a:pPr>
            <a:r>
              <a:rPr dirty="0"/>
              <a:t>recommendations using </a:t>
            </a:r>
            <a:endParaRPr lang="en-US" dirty="0"/>
          </a:p>
          <a:p>
            <a:pPr>
              <a:spcBef>
                <a:spcPts val="700"/>
              </a:spcBef>
              <a:defRPr sz="1400">
                <a:solidFill>
                  <a:srgbClr val="232B32"/>
                </a:solidFill>
              </a:defRPr>
            </a:pPr>
            <a:r>
              <a:rPr dirty="0"/>
              <a:t>pantry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20440" y="3703320"/>
            <a:ext cx="2286000" cy="1600200"/>
          </a:xfrm>
          <a:prstGeom prst="roundRect">
            <a:avLst/>
          </a:prstGeom>
          <a:solidFill>
            <a:srgbClr val="F1F7F3"/>
          </a:solidFill>
          <a:ln>
            <a:solidFill>
              <a:srgbClr val="E8E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749039" y="3904487"/>
            <a:ext cx="1858522" cy="9797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D966E"/>
                </a:solidFill>
              </a:defRPr>
            </a:pPr>
            <a:r>
              <a:rPr dirty="0"/>
              <a:t>AI recipes</a:t>
            </a:r>
          </a:p>
          <a:p>
            <a:pPr>
              <a:spcBef>
                <a:spcPts val="700"/>
              </a:spcBef>
              <a:defRPr sz="1400">
                <a:solidFill>
                  <a:srgbClr val="232B32"/>
                </a:solidFill>
              </a:defRPr>
            </a:pPr>
            <a:r>
              <a:rPr dirty="0"/>
              <a:t>Generate recipes from </a:t>
            </a:r>
            <a:endParaRPr lang="en-US" dirty="0"/>
          </a:p>
          <a:p>
            <a:pPr>
              <a:spcBef>
                <a:spcPts val="700"/>
              </a:spcBef>
              <a:defRPr sz="1400">
                <a:solidFill>
                  <a:srgbClr val="232B32"/>
                </a:solidFill>
              </a:defRPr>
            </a:pPr>
            <a:r>
              <a:rPr dirty="0"/>
              <a:t>available ingredients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703320"/>
            <a:ext cx="2286000" cy="1600200"/>
          </a:xfrm>
          <a:prstGeom prst="roundRect">
            <a:avLst/>
          </a:prstGeom>
          <a:solidFill>
            <a:srgbClr val="F1F7F3"/>
          </a:solidFill>
          <a:ln>
            <a:solidFill>
              <a:srgbClr val="E8E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29400" y="3904487"/>
            <a:ext cx="2184637" cy="12849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D966E"/>
                </a:solidFill>
              </a:defRPr>
            </a:pPr>
            <a:r>
              <a:rPr dirty="0"/>
              <a:t>Food safety</a:t>
            </a:r>
          </a:p>
          <a:p>
            <a:pPr>
              <a:spcBef>
                <a:spcPts val="700"/>
              </a:spcBef>
              <a:defRPr sz="1400">
                <a:solidFill>
                  <a:srgbClr val="232B32"/>
                </a:solidFill>
              </a:defRPr>
            </a:pPr>
            <a:r>
              <a:rPr dirty="0"/>
              <a:t>Expired items are excluded </a:t>
            </a:r>
            <a:endParaRPr lang="en-US" dirty="0"/>
          </a:p>
          <a:p>
            <a:pPr>
              <a:spcBef>
                <a:spcPts val="700"/>
              </a:spcBef>
              <a:defRPr sz="1400">
                <a:solidFill>
                  <a:srgbClr val="232B32"/>
                </a:solidFill>
              </a:defRPr>
            </a:pPr>
            <a:r>
              <a:rPr lang="en-SG" dirty="0"/>
              <a:t>F</a:t>
            </a:r>
            <a:r>
              <a:rPr dirty="0"/>
              <a:t>rom</a:t>
            </a:r>
            <a:r>
              <a:rPr lang="en-US" dirty="0"/>
              <a:t> </a:t>
            </a:r>
            <a:r>
              <a:rPr dirty="0"/>
              <a:t>consumption </a:t>
            </a:r>
            <a:endParaRPr lang="en-US" dirty="0"/>
          </a:p>
          <a:p>
            <a:pPr>
              <a:spcBef>
                <a:spcPts val="700"/>
              </a:spcBef>
              <a:defRPr sz="1400">
                <a:solidFill>
                  <a:srgbClr val="232B32"/>
                </a:solidFill>
              </a:defRPr>
            </a:pPr>
            <a:r>
              <a:rPr dirty="0"/>
              <a:t>recommendations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81160" y="3703320"/>
            <a:ext cx="2286000" cy="1600200"/>
          </a:xfrm>
          <a:prstGeom prst="roundRect">
            <a:avLst/>
          </a:prstGeom>
          <a:solidFill>
            <a:srgbClr val="F1F7F3"/>
          </a:solidFill>
          <a:ln>
            <a:solidFill>
              <a:srgbClr val="E8E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509760" y="3904487"/>
            <a:ext cx="2217402" cy="9797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D966E"/>
                </a:solidFill>
              </a:defRPr>
            </a:pPr>
            <a:r>
              <a:rPr dirty="0"/>
              <a:t>Cloud-ready</a:t>
            </a:r>
          </a:p>
          <a:p>
            <a:pPr>
              <a:spcBef>
                <a:spcPts val="700"/>
              </a:spcBef>
              <a:defRPr sz="1400">
                <a:solidFill>
                  <a:srgbClr val="232B32"/>
                </a:solidFill>
              </a:defRPr>
            </a:pPr>
            <a:r>
              <a:rPr dirty="0"/>
              <a:t>Full-stack web application </a:t>
            </a:r>
            <a:endParaRPr lang="en-US" dirty="0"/>
          </a:p>
          <a:p>
            <a:pPr>
              <a:spcBef>
                <a:spcPts val="700"/>
              </a:spcBef>
              <a:defRPr sz="1400">
                <a:solidFill>
                  <a:srgbClr val="232B32"/>
                </a:solidFill>
              </a:defRPr>
            </a:pPr>
            <a:r>
              <a:rPr dirty="0"/>
              <a:t>with protected API requests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D9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7"/>
                </a:solidFill>
              </a:defRPr>
            </a:pPr>
            <a:r>
              <a:t>Technology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E78"/>
                </a:solidFill>
              </a:defRPr>
            </a:pPr>
            <a:r>
              <a:t>Simple full-stack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2636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8"/>
                </a:solidFill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2103120" cy="1097280"/>
          </a:xfrm>
          <a:prstGeom prst="roundRect">
            <a:avLst/>
          </a:prstGeom>
          <a:solidFill>
            <a:srgbClr val="F1F7F3"/>
          </a:solidFill>
          <a:ln>
            <a:solidFill>
              <a:srgbClr val="E8E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258568"/>
            <a:ext cx="1645919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D966E"/>
                </a:solidFill>
              </a:defRPr>
            </a:pPr>
            <a:r>
              <a:t>User</a:t>
            </a:r>
          </a:p>
          <a:p>
            <a:pPr>
              <a:spcBef>
                <a:spcPts val="700"/>
              </a:spcBef>
              <a:defRPr sz="1400">
                <a:solidFill>
                  <a:srgbClr val="232B32"/>
                </a:solidFill>
              </a:defRPr>
            </a:pPr>
            <a:r>
              <a:t>Web browser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2057400"/>
            <a:ext cx="2377440" cy="1097280"/>
          </a:xfrm>
          <a:prstGeom prst="roundRect">
            <a:avLst/>
          </a:prstGeom>
          <a:solidFill>
            <a:srgbClr val="F1F7F3"/>
          </a:solidFill>
          <a:ln>
            <a:solidFill>
              <a:srgbClr val="E8E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83280" y="2258568"/>
            <a:ext cx="1920240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D966E"/>
                </a:solidFill>
              </a:defRPr>
            </a:pPr>
            <a:r>
              <a:t>Next.js</a:t>
            </a:r>
          </a:p>
          <a:p>
            <a:pPr>
              <a:spcBef>
                <a:spcPts val="700"/>
              </a:spcBef>
              <a:defRPr sz="1400">
                <a:solidFill>
                  <a:srgbClr val="232B32"/>
                </a:solidFill>
              </a:defRPr>
            </a:pPr>
            <a:r>
              <a:t>UI + API routes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234440"/>
            <a:ext cx="2377440" cy="1097280"/>
          </a:xfrm>
          <a:prstGeom prst="roundRect">
            <a:avLst/>
          </a:prstGeom>
          <a:solidFill>
            <a:srgbClr val="F1F7F3"/>
          </a:solidFill>
          <a:ln>
            <a:solidFill>
              <a:srgbClr val="E8E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0" y="1435608"/>
            <a:ext cx="1920240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D966E"/>
                </a:solidFill>
              </a:defRPr>
            </a:pPr>
            <a:r>
              <a:t>Supabase</a:t>
            </a:r>
          </a:p>
          <a:p>
            <a:pPr>
              <a:spcBef>
                <a:spcPts val="700"/>
              </a:spcBef>
              <a:defRPr sz="1400">
                <a:solidFill>
                  <a:srgbClr val="232B32"/>
                </a:solidFill>
              </a:defRPr>
            </a:pPr>
            <a:r>
              <a:t>Auth + PostgreSQL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2926080"/>
            <a:ext cx="2377440" cy="1097280"/>
          </a:xfrm>
          <a:prstGeom prst="roundRect">
            <a:avLst/>
          </a:prstGeom>
          <a:solidFill>
            <a:srgbClr val="F1F7F3"/>
          </a:solidFill>
          <a:ln>
            <a:solidFill>
              <a:srgbClr val="E8E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0" y="3127248"/>
            <a:ext cx="1920240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D966E"/>
                </a:solidFill>
              </a:defRPr>
            </a:pPr>
            <a:r>
              <a:t>OpenAI API</a:t>
            </a:r>
          </a:p>
          <a:p>
            <a:pPr>
              <a:spcBef>
                <a:spcPts val="700"/>
              </a:spcBef>
              <a:defRPr sz="1400">
                <a:solidFill>
                  <a:srgbClr val="232B32"/>
                </a:solidFill>
              </a:defRPr>
            </a:pPr>
            <a:r>
              <a:t>AI recommendations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43200" y="2606040"/>
            <a:ext cx="411480" cy="0"/>
          </a:xfrm>
          <a:prstGeom prst="line">
            <a:avLst/>
          </a:prstGeom>
          <a:ln w="2540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5532120" y="1783080"/>
            <a:ext cx="457200" cy="548640"/>
          </a:xfrm>
          <a:prstGeom prst="line">
            <a:avLst/>
          </a:prstGeom>
          <a:ln w="2540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532120" y="2743200"/>
            <a:ext cx="457200" cy="731520"/>
          </a:xfrm>
          <a:prstGeom prst="line">
            <a:avLst/>
          </a:prstGeom>
          <a:ln w="2540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05840" y="46177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700">
                <a:solidFill>
                  <a:srgbClr val="232B32"/>
                </a:solidFill>
              </a:defRPr>
            </a:pPr>
            <a:r>
              <a:t>• Next.js + React + TypeScript</a:t>
            </a:r>
          </a:p>
          <a:p>
            <a:pPr>
              <a:spcAft>
                <a:spcPts val="1500"/>
              </a:spcAft>
              <a:defRPr sz="1700">
                <a:solidFill>
                  <a:srgbClr val="232B32"/>
                </a:solidFill>
              </a:defRPr>
            </a:pPr>
            <a:r>
              <a:t>• Supabase Authentication and PostgreSQL with Row Level Security</a:t>
            </a:r>
          </a:p>
          <a:p>
            <a:pPr>
              <a:spcAft>
                <a:spcPts val="1500"/>
              </a:spcAft>
              <a:defRPr sz="1700">
                <a:solidFill>
                  <a:srgbClr val="232B32"/>
                </a:solidFill>
              </a:defRPr>
            </a:pPr>
            <a:r>
              <a:t>• OpenAI API for pantry-aware recommendations and recipe generation</a:t>
            </a:r>
          </a:p>
          <a:p>
            <a:pPr>
              <a:spcAft>
                <a:spcPts val="1500"/>
              </a:spcAft>
              <a:defRPr sz="1700">
                <a:solidFill>
                  <a:srgbClr val="232B32"/>
                </a:solidFill>
              </a:defRPr>
            </a:pPr>
            <a:r>
              <a:t>• Environment variables protect sensitive credentials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D9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7"/>
                </a:solidFill>
              </a:defRPr>
            </a:pPr>
            <a:r>
              <a:t>Testing, Results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E78"/>
                </a:solidFill>
              </a:defRPr>
            </a:pPr>
            <a:r>
              <a:t>What the project demonstrates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2636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8"/>
                </a:solidFill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291840" cy="3291840"/>
          </a:xfrm>
          <a:prstGeom prst="roundRect">
            <a:avLst/>
          </a:prstGeom>
          <a:solidFill>
            <a:srgbClr val="F1F7F3"/>
          </a:solidFill>
          <a:ln>
            <a:solidFill>
              <a:srgbClr val="E8E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18488"/>
            <a:ext cx="28346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D966E"/>
                </a:solidFill>
              </a:defRPr>
            </a:pPr>
            <a:r>
              <a:t>Testing completed</a:t>
            </a:r>
          </a:p>
          <a:p>
            <a:pPr>
              <a:spcBef>
                <a:spcPts val="700"/>
              </a:spcBef>
              <a:defRPr sz="1400">
                <a:solidFill>
                  <a:srgbClr val="232B32"/>
                </a:solidFill>
              </a:defRPr>
            </a:pPr>
            <a:r>
              <a:t>Authentication</a:t>
            </a:r>
            <a:br/>
            <a:r>
              <a:t>Pantry CRUD</a:t>
            </a:r>
            <a:br/>
            <a:r>
              <a:t>Expiry tracking</a:t>
            </a:r>
            <a:br/>
            <a:r>
              <a:t>AI recommendations</a:t>
            </a:r>
            <a:br/>
            <a:r>
              <a:t>Recipe generation</a:t>
            </a:r>
            <a:br/>
            <a:r>
              <a:t>Expired-food safety</a:t>
            </a:r>
            <a:br/>
            <a:r>
              <a:t>API error handling</a:t>
            </a:r>
            <a:br/>
            <a:r>
              <a:t>Access control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417320"/>
            <a:ext cx="3291840" cy="3291840"/>
          </a:xfrm>
          <a:prstGeom prst="roundRect">
            <a:avLst/>
          </a:prstGeom>
          <a:solidFill>
            <a:srgbClr val="F1F7F3"/>
          </a:solidFill>
          <a:ln>
            <a:solidFill>
              <a:srgbClr val="E8E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3440" y="1618488"/>
            <a:ext cx="2834640" cy="1751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D966E"/>
                </a:solidFill>
              </a:defRPr>
            </a:pPr>
            <a:r>
              <a:rPr dirty="0"/>
              <a:t>Project outcome</a:t>
            </a:r>
          </a:p>
          <a:p>
            <a:pPr>
              <a:spcBef>
                <a:spcPts val="700"/>
              </a:spcBef>
              <a:defRPr sz="1400">
                <a:solidFill>
                  <a:srgbClr val="232B32"/>
                </a:solidFill>
              </a:defRPr>
            </a:pPr>
            <a:r>
              <a:rPr dirty="0"/>
              <a:t>The core Smart Pantry workflow was implemented successfully, connecting user pantry data with AI-generated recommendations while maintaining user-specific access controls.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417320"/>
            <a:ext cx="3291840" cy="3291840"/>
          </a:xfrm>
          <a:prstGeom prst="roundRect">
            <a:avLst/>
          </a:prstGeom>
          <a:solidFill>
            <a:srgbClr val="F1F7F3"/>
          </a:solidFill>
          <a:ln>
            <a:solidFill>
              <a:srgbClr val="E8E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66760" y="1618488"/>
            <a:ext cx="28346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D966E"/>
                </a:solidFill>
              </a:defRPr>
            </a:pPr>
            <a:r>
              <a:rPr dirty="0"/>
              <a:t>Future improvements</a:t>
            </a:r>
          </a:p>
          <a:p>
            <a:pPr>
              <a:spcBef>
                <a:spcPts val="700"/>
              </a:spcBef>
              <a:defRPr sz="1400">
                <a:solidFill>
                  <a:srgbClr val="232B32"/>
                </a:solidFill>
              </a:defRPr>
            </a:pPr>
            <a:r>
              <a:rPr dirty="0"/>
              <a:t>Barcode / image-assisted input</a:t>
            </a:r>
            <a:br>
              <a:rPr dirty="0"/>
            </a:br>
            <a:r>
              <a:rPr dirty="0"/>
              <a:t>Richer personalization</a:t>
            </a:r>
            <a:br>
              <a:rPr dirty="0"/>
            </a:br>
            <a:r>
              <a:rPr dirty="0"/>
              <a:t>Notifications</a:t>
            </a:r>
            <a:br>
              <a:rPr dirty="0"/>
            </a:br>
            <a:r>
              <a:rPr dirty="0"/>
              <a:t>More advanced analytics</a:t>
            </a:r>
            <a:br>
              <a:rPr dirty="0"/>
            </a:br>
            <a:r>
              <a:rPr dirty="0"/>
              <a:t>Additional AI evaluation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166360"/>
            <a:ext cx="1024128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142337"/>
                </a:solidFill>
              </a:defRPr>
            </a:pPr>
            <a:r>
              <a:rPr dirty="0"/>
              <a:t>Smart Pantry AI demonstrates how generative AI can be integrated into a practical full-stack application to reduce food waste and support everyday meal planning.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352</Words>
  <Application>Microsoft Office PowerPoint</Application>
  <PresentationFormat>Widescreen</PresentationFormat>
  <Paragraphs>72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HoiYee</dc:creator>
  <cp:keywords/>
  <dc:description>generated using python-pptx</dc:description>
  <cp:lastModifiedBy>Ng Hoi Yee</cp:lastModifiedBy>
  <cp:revision>6</cp:revision>
  <dcterms:created xsi:type="dcterms:W3CDTF">2013-01-27T09:14:16Z</dcterms:created>
  <dcterms:modified xsi:type="dcterms:W3CDTF">2026-09-10T04:51:52Z</dcterms:modified>
  <cp:category/>
</cp:coreProperties>
</file>